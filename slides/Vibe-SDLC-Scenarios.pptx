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4630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實戰情境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從一句話需求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到上線迭代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54864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43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 Case Study  ·  vibe-money-book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640080"/>
            <a:ext cx="6400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640080"/>
            <a:ext cx="109728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8046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758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 → 完整規格鏈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95560" y="8046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481328"/>
            <a:ext cx="6400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481328"/>
            <a:ext cx="10972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600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→ Issues 看板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9556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/vibe-sdlc-issues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322576"/>
            <a:ext cx="6400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2322576"/>
            <a:ext cx="109728" cy="7132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487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2441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進度儀表板 + 領取 Issue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95560" y="24871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 + dev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3163824"/>
            <a:ext cx="6400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3163824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32841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282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 Sub Agent 並行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95560" y="33284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4005072"/>
            <a:ext cx="6400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4005072"/>
            <a:ext cx="109728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416966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41239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Request Changes 修正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95560" y="41696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0" y="4846320"/>
            <a:ext cx="6400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4846320"/>
            <a:ext cx="10972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50109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5080" y="4965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臨時需求即時插入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95560" y="50109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0" y="5687568"/>
            <a:ext cx="6400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5687568"/>
            <a:ext cx="109728" cy="7132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5852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5080" y="5806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新需求 → 回到 P1 迭代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95560" y="5852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5760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個情境  ·  含真實 worklog 截圖  ·  舊 / 新版指令對照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080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Robin  ·  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案例專案 · vibe-money-book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029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5029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 vibe-money-book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驅動的個性化記帳 PWA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「午餐拉麵 180 元」一句話 → LLM 萃取金額/類別/商家 → 三種 AI 人設(毒舌/溫柔/情勒)即時點評。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584448"/>
            <a:ext cx="64008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844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35844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19 + Vite 8 + Tailwind 4 + Zustand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087368"/>
            <a:ext cx="64008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873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40873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Express + Prisma + SQLite/PostgreSQL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590288"/>
            <a:ext cx="64008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5902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590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/ OpenAI 雙引擎切換 (BYOK)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5093208"/>
            <a:ext cx="64008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932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5093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Speech API + 可安裝至桌面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852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 github.com/robin-li/vibe-money-book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691640"/>
            <a:ext cx="2880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1691640"/>
            <a:ext cx="28803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965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5989320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Milestones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8932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M1→M5 (M5 為迭代後新增)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23960" y="1691640"/>
            <a:ext cx="2880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23960" y="1691640"/>
            <a:ext cx="28803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19659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6000" dirty="0"/>
          </a:p>
        </p:txBody>
      </p:sp>
      <p:sp>
        <p:nvSpPr>
          <p:cNvPr id="32" name="Text 30"/>
          <p:cNvSpPr/>
          <p:nvPr/>
        </p:nvSpPr>
        <p:spPr>
          <a:xfrm>
            <a:off x="9006840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計畫內 Issues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06840" y="3337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規格化拆解,P2 批量建立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4023360"/>
            <a:ext cx="2880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06440" y="4023360"/>
            <a:ext cx="2880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42976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+35</a:t>
            </a:r>
            <a:endParaRPr lang="en-US" sz="6000" dirty="0"/>
          </a:p>
        </p:txBody>
      </p:sp>
      <p:sp>
        <p:nvSpPr>
          <p:cNvPr id="37" name="Text 35"/>
          <p:cNvSpPr/>
          <p:nvPr/>
        </p:nvSpPr>
        <p:spPr>
          <a:xfrm>
            <a:off x="5989320" y="5303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額外修復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89320" y="5669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Bug 修正 / 臨時需求 (無 milestone)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23960" y="4023360"/>
            <a:ext cx="2880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823960" y="4023360"/>
            <a:ext cx="288036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06840" y="42976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6000" dirty="0"/>
          </a:p>
        </p:txBody>
      </p:sp>
      <p:sp>
        <p:nvSpPr>
          <p:cNvPr id="42" name="Text 40"/>
          <p:cNvSpPr/>
          <p:nvPr/>
        </p:nvSpPr>
        <p:spPr>
          <a:xfrm>
            <a:off x="9006840" y="5303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任務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06840" y="5669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 ]→[x] 100% 完成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從 0 到上線 + M5 迭代,完整跑完 5 個 Phase 一輪以上,所有情境皆來自實際 Worklog。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個情境 · 對應 SDLC 全週期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920240"/>
            <a:ext cx="100584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8308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規格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78308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任務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783080"/>
            <a:ext cx="292608" cy="29260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開發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17830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 PR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92640" y="1783080"/>
            <a:ext cx="292608" cy="29260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P5 釋出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4688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468880"/>
            <a:ext cx="27432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286000" y="2697480"/>
            <a:ext cx="8229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 → 規格鏈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PRD/SRD/UI/API/Plan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4688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468880"/>
            <a:ext cx="2743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120640" y="2697480"/>
            <a:ext cx="82296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Issues 與看板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2044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 Issues + Milestones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4688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468880"/>
            <a:ext cx="27432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7955280" y="2697480"/>
            <a:ext cx="82296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進度儀表板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/vibe-sdlc 自動彙總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06840" y="24688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006840" y="24688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2651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10789920" y="2697480"/>
            <a:ext cx="8229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0" y="2697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8972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 Sub Agent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8972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並行開發 worktree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434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" y="4434840"/>
            <a:ext cx="27432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2286000" y="4663440"/>
            <a:ext cx="822960" cy="2926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4663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Request Changes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5800" y="5669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 review → 改 → CI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37560" y="4434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337560" y="4434840"/>
            <a:ext cx="2743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5120640" y="4663440"/>
            <a:ext cx="82296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4663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P3+P1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52044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臨時需求插入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520440" y="5669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Bug / 新功能即時併入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72200" y="44348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72200" y="4434840"/>
            <a:ext cx="27432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7955280" y="4663440"/>
            <a:ext cx="8229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55280" y="4663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P5→P1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55080" y="5212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新需求 → 回 P1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55080" y="5669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M5 迭代閉環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006840" y="4434840"/>
            <a:ext cx="274320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06840" y="443484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98280" y="4434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600" dirty="0"/>
          </a:p>
        </p:txBody>
      </p:sp>
      <p:sp>
        <p:nvSpPr>
          <p:cNvPr id="69" name="Text 67"/>
          <p:cNvSpPr/>
          <p:nvPr/>
        </p:nvSpPr>
        <p:spPr>
          <a:xfrm>
            <a:off x="9189720" y="5212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執行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管控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01  ·  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從一句話需求,到一整套規格文件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01/07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TRIGGER  使用者只丟一句話 + 一張參考圖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124712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03120"/>
            <a:ext cx="1124712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12848"/>
            <a:ext cx="10917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  依下列需求描述幫我生成 PRD:  「午餐拉麵 180 元」→ LLM 萃取金額/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類別/商家 → 顯示確認卡片;三種 AI 人設(毒舌/溫柔/情勒)即時財務點評...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5029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26080"/>
            <a:ext cx="50292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FIVE STEPS  一問一答打出整套規格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「依需求生成 PRD」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35021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01-1-PRD.md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04164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「依據 PRD 生成 SRD」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01-2-SRD.md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4608576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4562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UI/UX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818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「參考這張圖風格生成 UI/UX」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4636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01-6-UI_UX.md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5175504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51297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Spec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5385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「參考既有文件生成 API Spec」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520293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API_Spec.yaml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" y="5742432"/>
            <a:ext cx="365760" cy="3657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742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43000" y="5696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43000" y="5952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「參考既有文件生成開發計畫」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576986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02-Dev_Plan.md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2926080"/>
            <a:ext cx="603504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15000" y="2926080"/>
            <a:ext cx="603504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29260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WORKLOG EVIDENCE  ·  Dev Plan 視覺化</a:t>
            </a:r>
            <a:endParaRPr lang="en-US" sz="900" dirty="0"/>
          </a:p>
        </p:txBody>
      </p:sp>
      <p:pic>
        <p:nvPicPr>
          <p:cNvPr id="44" name="Image 0" descr="/private/tmp/vibe-sdlc-pptx/images/s1-dev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88152" y="3218688"/>
            <a:ext cx="5888736" cy="306324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50292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每一步都在前一份文件上累加,AI 自動交叉參考,最後產出 Dev Plan 視覺化(如右圖)。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02  ·  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→ Issues + Project 看板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02/07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TRIGGER  一行指令,批量建立所有 Issues 與看板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12471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03120"/>
            <a:ext cx="1124712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12848"/>
            <a:ext cx="10917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/vibe-sdlc-issues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43200"/>
            <a:ext cx="50292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做了什麼?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 02-Dev_Plan.md 拆出來的任務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Labels (type / area / priority)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Milestones (M1 ~ M4)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批量建立 33 個開發 Issues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建立每個 Milestone 的 ⛳ 驗收門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Project 看板並掛上所有 Issue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760720"/>
            <a:ext cx="46634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760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⟳  Plan 有更新?  再跑一次即可增量同步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2743200"/>
            <a:ext cx="60350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15000" y="2743200"/>
            <a:ext cx="603504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7432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WORKLOG EVIDENCE  ·  批量建立 Issues 過程</a:t>
            </a:r>
            <a:endParaRPr lang="en-US" sz="900" dirty="0"/>
          </a:p>
        </p:txBody>
      </p:sp>
      <p:pic>
        <p:nvPicPr>
          <p:cNvPr id="22" name="Image 0" descr="/private/tmp/vibe-sdlc-pptx/images/s2-issues-cre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88152" y="3035808"/>
            <a:ext cx="5888736" cy="13716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15000" y="4572000"/>
            <a:ext cx="60350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15000" y="4572000"/>
            <a:ext cx="603504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WORKLOG EVIDENCE  ·  建立完的 Issues 列表</a:t>
            </a:r>
            <a:endParaRPr lang="en-US" sz="900" dirty="0"/>
          </a:p>
        </p:txBody>
      </p:sp>
      <p:pic>
        <p:nvPicPr>
          <p:cNvPr id="26" name="Image 1" descr="/private/tmp/vibe-sdlc-pptx/images/s2-issues-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88152" y="4864608"/>
            <a:ext cx="5888736" cy="1417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292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一行指令 → 33 Issues + 5 驗收門 + Project 看板全部自動就位。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03  ·  DAILY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進度儀表板 + 領取 Issue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03/07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TRIGGER  「想下一步要做什麼」時的萬用入口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12471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03120"/>
            <a:ext cx="1124712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12848"/>
            <a:ext cx="10917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466344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43200"/>
            <a:ext cx="466344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43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WORKLOG EVIDENCE  ·  /vibe-sdlc 儀表板實況</a:t>
            </a:r>
            <a:endParaRPr lang="en-US" sz="900" dirty="0"/>
          </a:p>
        </p:txBody>
      </p:sp>
      <p:pic>
        <p:nvPicPr>
          <p:cNvPr id="16" name="Image 0" descr="/private/tmp/vibe-sdlc-pptx/images/s3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3035808"/>
            <a:ext cx="4517136" cy="32461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349240" y="2743200"/>
            <a:ext cx="6400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9240" y="2743200"/>
            <a:ext cx="64008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2743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FOLLOW-UP  領取後 AI 自動做的事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32120" y="32918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321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2648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feature 分支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26480" y="3538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feat/devops/issue-4-ci-setup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32120" y="391363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2648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+ 測試 + lint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126480" y="4160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/ npx tsc --noEmit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32120" y="453542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126480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Check 報告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126480" y="4782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驗收項目表 + 通過/失敗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32120" y="515721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3212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26480" y="51572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等核准 → push → PR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126480" y="5404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pr create → #35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532120" y="577900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32120" y="5779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126480" y="5779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提醒監控 CI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126480" y="60258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失敗則交給 /vibe-sdlc-pr 修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0292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/vibe-sdlc 自動判斷當前 Phase,並推薦下一步 — 不用自己翻 Dev Plan 找進度。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04  ·  PARALLEL DEV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 Sub Agent · 並行開發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04/07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TRIGGER  /vibe-sdlc-dev 開始多 Sub Agents 前後端同時開發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5623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40280"/>
            <a:ext cx="13716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13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#12 T-301  預算與統計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+734 行  budget CRUD + stats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2377440"/>
            <a:ext cx="5486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4048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83480" y="2377440"/>
            <a:ext cx="5486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048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85/85 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377440"/>
            <a:ext cx="5486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4048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~3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154680"/>
            <a:ext cx="5623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154680"/>
            <a:ext cx="137160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A-Frontend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#15 T-304  設定頁面(人設切換)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721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+653 行  5 功能區段 + settingsStore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3291840"/>
            <a:ext cx="5486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3192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#50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3291840"/>
            <a:ext cx="5486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3192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96/96 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291840"/>
            <a:ext cx="5486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3192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~4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4069080"/>
            <a:ext cx="562356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 Worktree 隔離 + 獨立 git branch + 各自 A-*.md → 零衝突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709160"/>
            <a:ext cx="56235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45720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000" dirty="0"/>
          </a:p>
        </p:txBody>
      </p:sp>
      <p:sp>
        <p:nvSpPr>
          <p:cNvPr id="36" name="Text 34"/>
          <p:cNvSpPr/>
          <p:nvPr/>
        </p:nvSpPr>
        <p:spPr>
          <a:xfrm>
            <a:off x="1325880" y="48463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Agent 同時開發,各自在獨立 worktree 中工作,互不干擾。完成後 A-Main 統一建 PR 並回報結果。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224028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2240280"/>
            <a:ext cx="548640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2402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 ·  2 Sub Agents 同時啟動 (worktree 隔離)</a:t>
            </a:r>
            <a:endParaRPr lang="en-US" sz="900" dirty="0"/>
          </a:p>
        </p:txBody>
      </p:sp>
      <p:pic>
        <p:nvPicPr>
          <p:cNvPr id="40" name="Image 0" descr="/private/tmp/vibe-sdlc-pptx/images/s4-subagents-laun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36792" y="2532888"/>
            <a:ext cx="5340096" cy="173736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6263640" y="4434840"/>
            <a:ext cx="54864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263640" y="4434840"/>
            <a:ext cx="548640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55080" y="44348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 ·  Vibe Check 報告 (85/85 + 96/96)</a:t>
            </a:r>
            <a:endParaRPr lang="en-US" sz="900" dirty="0"/>
          </a:p>
        </p:txBody>
      </p:sp>
      <p:pic>
        <p:nvPicPr>
          <p:cNvPr id="44" name="Image 1" descr="/private/tmp/vibe-sdlc-pptx/images/s4-vibe-che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36792" y="4727448"/>
            <a:ext cx="5340096" cy="1554480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05  ·  PHASE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Request Changes · AI 自動修正循環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05/07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TRIGGER  人類在 GitHub 留 review,然後一句話通知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12471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03120"/>
            <a:ext cx="1124712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212848"/>
            <a:ext cx="10917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 #39 請依 Comment 修改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43200"/>
            <a:ext cx="5029200" cy="365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AUTO-FIX CHAIN  /vibe-sdlc-pr 自動跑: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246120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 review comments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227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api .../comments | jq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694176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94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6484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切原 feature 分支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6758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feat/...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4142232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4096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comment 修改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4123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 / code 變更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4590288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90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4544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本地驗證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4572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lint / test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" y="5038344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38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" y="4992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Push 同分支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502005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不重開,直接更新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5486400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486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7280" y="5440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自動重跑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20440" y="54681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 重新觸發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" y="5934456"/>
            <a:ext cx="320040" cy="3200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934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" y="58887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通知人類 re-review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20440" y="5916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永遠不會自己 merge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15000" y="2743200"/>
            <a:ext cx="60350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15000" y="2743200"/>
            <a:ext cx="6035040" cy="2286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27432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 ·  GitHub PR Review Comments</a:t>
            </a:r>
            <a:endParaRPr lang="en-US" sz="900" dirty="0"/>
          </a:p>
        </p:txBody>
      </p:sp>
      <p:pic>
        <p:nvPicPr>
          <p:cNvPr id="47" name="Image 0" descr="/private/tmp/vibe-sdlc-pptx/images/s5-pr-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88152" y="3035808"/>
            <a:ext cx="5888736" cy="141732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5715000" y="4572000"/>
            <a:ext cx="60350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715000" y="4572000"/>
            <a:ext cx="6035040" cy="228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0644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 ·  修正後 PR 自動更新</a:t>
            </a:r>
            <a:endParaRPr lang="en-US" sz="900" dirty="0"/>
          </a:p>
        </p:txBody>
      </p:sp>
      <p:pic>
        <p:nvPicPr>
          <p:cNvPr id="51" name="Image 1" descr="/private/tmp/vibe-sdlc-pptx/images/s5-pr-fix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88152" y="4864608"/>
            <a:ext cx="5888736" cy="1417320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50292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三條鐵律  ▸ 修改後推同一分支,PR 不重開    ▸ CI 失敗也走這條路    ▸ AI 永遠不會自己 merge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06  ·  AD-HOC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臨時需求即時插入 · 不打斷主節奏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06/07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47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91640"/>
            <a:ext cx="109728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 M2 開發到一半,使用者突然要新增「帳目明細展開與管理」功能 (#46 T-206)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57607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377440"/>
            <a:ext cx="109728" cy="12618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規格文件即時回填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69080" y="2468880"/>
            <a:ext cx="21031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(自動觸發 P1 規格更新)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788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 補上 PRD-F 條目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Spec 加 PUT /transactions/:id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補一筆 T-206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開 Issue #46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57607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730752"/>
            <a:ext cx="109728" cy="12618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領取並開發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69080" y="3822192"/>
            <a:ext cx="21031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3822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 開發 #46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142232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RecentTransactions → 手風琴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後端補 PUT /transactions/:id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75/75  後端 68/68 ✅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#48 自動建立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084064"/>
            <a:ext cx="57607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5084064"/>
            <a:ext cx="10972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175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5157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啟動服務供測試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069080" y="5175504"/>
            <a:ext cx="21031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5175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請啟動前後端我要測試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495544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:3000  前端 :5173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區網 IP 一併提供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 OK → 提交 + 建 PR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▶"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 進度 9/11 → 10/11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2377440"/>
            <a:ext cx="525780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92240" y="2377440"/>
            <a:ext cx="525780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3774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 ·  #48 PR Vibe Check 報告 (75 + 68 tests ✅)</a:t>
            </a:r>
            <a:endParaRPr lang="en-US" sz="900" dirty="0"/>
          </a:p>
        </p:txBody>
      </p:sp>
      <p:pic>
        <p:nvPicPr>
          <p:cNvPr id="35" name="Image 0" descr="/private/tmp/vibe-sdlc-pptx/images/s6-adhoc-p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65392" y="2670048"/>
            <a:ext cx="5111496" cy="36576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0292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「臨時需求即時同步」是 Vibe-SDLC 核心原則 — 規格當下就修,不等迭代結束。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SCENARIO 07  ·  ITERATION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新需求 → 回到 P1 · M5 迭代閉環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SCENE 07/07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91640"/>
            <a:ext cx="109728" cy="5029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  M1-M4 共 33 Issues 全部 closed,Dev Plan 100%,進入 Phase 5 → 使用者丟新需求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77724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86000"/>
            <a:ext cx="777240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395728"/>
            <a:ext cx="7443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/vibe-sdlc-spec  我將新增/調整需求,請與我討論後調整: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加入語音/自然語義篩選查詢 — 例「最近一個月毛小孩的開銷」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兩階段 AI 呼叫:時間解析 → 查 DB → 送 AI → 回傳匹配 id...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7772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46120"/>
            <a:ext cx="7772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46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主導的 3 個設計決策 → 使用者一句話 + 3 個回答 → 規格自動更新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703320"/>
            <a:ext cx="7406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21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  新增 API 端點 vs 擴充 /ai/parse?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9502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新增 POST /ai/query (邏輯獨立)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7406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70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 AI 回篩選條件 vs 匹配 ID 列表?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4988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方案 A:回傳 transaction_ids (支援模糊匹配)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4800600"/>
            <a:ext cx="7406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188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 與既有篩選器互斥 vs 共存?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047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互斥:任一啟用時清除另一個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5440680"/>
            <a:ext cx="740664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406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OUTCOME  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01-1-PRD.md (PRD-F-014 + US-013)  ·  API_Spec (/ai/query)  ·  02-Dev_Plan.md (M5 + T-501/T-502/T-503)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58200" y="2286000"/>
            <a:ext cx="3291840" cy="4069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58200" y="2286000"/>
            <a:ext cx="3291840" cy="2286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 ·  使用者提供的示意圖</a:t>
            </a:r>
            <a:endParaRPr lang="en-US" sz="900" dirty="0"/>
          </a:p>
        </p:txBody>
      </p:sp>
      <p:pic>
        <p:nvPicPr>
          <p:cNvPr id="31" name="Image 0" descr="/private/tmp/vibe-sdlc-pptx/images/s7-m5-mo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31352" y="2578608"/>
            <a:ext cx="3145536" cy="3703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0292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 → /vibe-sdlc-issues 把 M5 開成 Issues → /vibe-sdlc-dev 進入下一輪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VERSION DIFF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舊版 → 新版指令對照 · 名稱簡化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Worklog 中使用的舊版指令(p1/p2/p3/p4/p5 前綴)在新版中已簡化: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12471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舊版指令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新版指令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7532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97480"/>
            <a:ext cx="10972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/vibe-sdlc-p1-spec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規格與計畫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11247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00400"/>
            <a:ext cx="109728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00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/vibe-sdlc-p2-issues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/vibe-sdlc-issues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7532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任務掛載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703320"/>
            <a:ext cx="109728" cy="4572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033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/vibe-sdlc-p3-dev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開發循環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206240"/>
            <a:ext cx="11247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206240"/>
            <a:ext cx="1097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206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55448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/vibe-sdlc-p4-pr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262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7532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與 CI 監控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4709160"/>
            <a:ext cx="11247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709160"/>
            <a:ext cx="109728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709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54480" y="4709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/vibe-sdlc-p5-release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262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/vibe-sdlc-release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7532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回饋與迭代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2920" y="5212080"/>
            <a:ext cx="1124712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5212080"/>
            <a:ext cx="1097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212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55448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(無對應舊指令)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262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02920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/vibe-sdlc-status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27532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狀態查詢與彙整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02920" y="5852160"/>
            <a:ext cx="1124712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2920" y="5852160"/>
            <a:ext cx="109728" cy="5943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57790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58" name="Text 56"/>
          <p:cNvSpPr/>
          <p:nvPr/>
        </p:nvSpPr>
        <p:spPr>
          <a:xfrm>
            <a:off x="1188720" y="5852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8FA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從『一句話需求』到『M5 迭代』,Vibe-SDLC 7 個技能在 vibe-money-book 全程跑了一輪以上 — 這就是 AI 驅動 SDLC 該有的樣子。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實戰情境 (Case: vibe-money-book)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Vibe-SDLC 實戰情境簡報</dc:title>
  <dc:subject>PptxGenJS Presentation</dc:subject>
  <dc:creator>Robin</dc:creator>
  <cp:lastModifiedBy>Robin</cp:lastModifiedBy>
  <cp:revision>1</cp:revision>
  <dcterms:created xsi:type="dcterms:W3CDTF">2026-04-09T23:13:37Z</dcterms:created>
  <dcterms:modified xsi:type="dcterms:W3CDTF">2026-04-09T23:13:37Z</dcterms:modified>
</cp:coreProperties>
</file>