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補充議題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專案最新狀態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追蹤機制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4864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 Tracking by Layered 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155448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7190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全局快照層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098280" y="1719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STATUS.md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2468880"/>
            <a:ext cx="109728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6334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2606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即時層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098280" y="26334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/docs/status/A-*.md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338328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3383280"/>
            <a:ext cx="109728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5478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5508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計畫對照層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35478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Dev_Plan.md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0" y="4297680"/>
            <a:ext cx="6400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4297680"/>
            <a:ext cx="109728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44622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4434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98280" y="44622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Issues / PR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852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層架構  ·  GitHub 為權威  ·  無衝突設計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172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Robin  ·  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BELIEF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核心理念 · 為什麼用分層多源?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狀態追蹤遵循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人類決策、AI 執行、GitHub 管控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採用分層多源,而非單一檔案 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為任務定義與審核的最高權威,本地檔案則承載即時工作狀態與彙整快照。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6400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4160520"/>
            <a:ext cx="91440" cy="20116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97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NOT 單一檔案?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單一檔案 = 多 Agent 寫入衝突 + 單點失靈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多 Agent 並行寫入會搶 lock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失去追溯性與審核權威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 GitHub 已是業界標準的真相基準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1783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783080"/>
            <a:ext cx="21488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965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🏛️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為權威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Issues/PR/Milestone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為事實基準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46920" y="1783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46920" y="1783080"/>
            <a:ext cx="21488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965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🧱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46920" y="2651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分層多源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46920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/ 計畫 / Agent / 快照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層獨立維護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4069080"/>
            <a:ext cx="21488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4069080"/>
            <a:ext cx="214884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42519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315200" y="4937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無衝突設計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0" y="5349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Agent 只寫自己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 lock 競爭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46920" y="4069080"/>
            <a:ext cx="2148840" cy="2057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46920" y="4069080"/>
            <a:ext cx="21488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4114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33" name="Text 31"/>
          <p:cNvSpPr/>
          <p:nvPr/>
        </p:nvSpPr>
        <p:spPr>
          <a:xfrm>
            <a:off x="9829800" y="50749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狀態不在一個檔案,而在四層之間。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狀態儲存四層架構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109728" cy="1143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38528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38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54480" y="2286000"/>
            <a:ext cx="109728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286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最高權威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位置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Issues / Milestones / Labels / Project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48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維護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21488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建立 · PR 自動驅動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用途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任務定義、優先級、里程碑（最高權威）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109728" cy="1143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127248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127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計畫對照層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54480" y="3474720"/>
            <a:ext cx="109728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54480" y="3474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單向寫入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位置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3017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/docs/02-Dev_Plan.md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3337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維護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3375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A-Main (Phase 4 更新)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用途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657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 ] / [x] checklist 對照里程碑進度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6908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069080"/>
            <a:ext cx="109728" cy="11430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315968"/>
            <a:ext cx="640080" cy="64008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15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4233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即時層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54480" y="4663440"/>
            <a:ext cx="1097280" cy="2926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4663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無衝突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位置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42062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/docs/status/A-{Main,Backend,Frontend,QA,DevOps}.md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維護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4526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Agent 自行維護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用途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846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當前任務、待辦、注意事項、阻塞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5257800"/>
            <a:ext cx="10972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7240" y="5504688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504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554480" y="5422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全局快照層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54480" y="5852160"/>
            <a:ext cx="109728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554480" y="58521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可重建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0" y="5394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位置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5394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/docs/status/STATUS.md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0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維護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54880" y="5715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/vibe-sdlc-status 覆寫式重生成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114800" y="6035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用途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6035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儀表板、彙報、跨 session 恢復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⬆ 越上層越「權威」  ·  ⬇ 越下層越「即時」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任務定義層 · GitHub 為最高權威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91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Issues / Milestones / Labels / Project 看板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MAINTAINED 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1945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建立 · PR 自動驅動 (Closes #N)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是任務定義與審核的事實基準 — 不向 GitHub 同步本地狀態,只從 GitHub 讀。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存了什麼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標題 / 描述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Labels (type / area)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Milestone (M1, M2...)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Assignee (Agent 角色)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看板狀態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連結與審核軌跡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誰可以寫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批量建立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開發中註記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PR 觸發 close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留下狀態 Comment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人類最終 review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為何是權威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天然支援多人協作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完整審核軌跡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CI/CD 緊密整合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業界標準工具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永不遺失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AI 永遠從 GitHub 讀,只用 Issue Comment 留下軌跡 — 不會回寫 Issue 狀態欄位。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計畫對照層 · Dev Plan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91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/docs/02-Dev_Plan.md (附錄「任務執行狀態追蹤」區塊)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MAINTAINED 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1945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A-Main · 在 Phase 4 PR merge 後單向寫入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Markdown checklist 對照里程碑進度 — Dev Plan 是計畫,checklist 是執行進度的鏡射。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存了什麼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里程碑清單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任務拆解 (Issue 對應)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 ] 未完成 / [x] 已完成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協作策略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角色分工 (Role Registry)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更新時機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merge 後 (P4)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里程碑達成時 (P5)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規格變更回溯 (即時同步)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 Dev Plan 看進度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規格與實作的橋樑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離線可看 (不靠 gh)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版本化於 Git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Dev Plan checklist 由 A-Main 統一更新,避免多 Agent 同時寫造成 merge conflict。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即時層 · 各 Agent 自寫狀態檔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91440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/docs/status/A-{Main, Backend, Frontend, QA, DevOps}.md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MAINTAINED 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1945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Agent 只寫「自己」那一份 (無衝突設計)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Agent 維護獨立狀態檔 — 像每個人有自己的桌面便條,A-Main 負責彙整。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存了什麼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ID + 更新時間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當前任務 (🟢🟡🔴⚪)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 (⚠️❌💡)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近期待辦清單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更新時機 (6 個)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領取任務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重要進度節點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遇到阻塞 → 🟡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無法繼續 → 🔴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 Check 通過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任務完成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無衝突設計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Agent 獨佔自己檔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Worktree 隔離 working tree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不需 lock 機制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永不踩到別人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狀態圖示:🟢 順利 / 🟡 阻塞排查中 / 🔴 需人類介入 / ⚪ 閒置。圖示讓彙整一目了然。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LAYER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全局快照層 · STATUS.md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0" y="640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914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83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📍 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/docs/status/STATUS.md (覆寫式重生成,非權威)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👤 MAINTAINED BY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40280" y="21945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/vibe-sdlc-status 由 A-Main 觸發彙整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L1-L3 的資料彙整成單一檔案 — 永遠可以從其他三層重建,丟失也不會遺失真相。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存了什麼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里程碑進度條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狀態總表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彙整的注意事項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近期待辦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最近動態 (merged PR)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5196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彙整觸發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 /vibe-sdlc-status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/vibe-sdlc 自動引用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合併後 (P4)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里程碑完成時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3291840"/>
            <a:ext cx="36576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55280" y="3291840"/>
            <a:ext cx="365760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可選版控模式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886200"/>
            <a:ext cx="32004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· 全版控 (多人協作)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· 全忽略 (單人單機)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▶"/>
            </a:pPr>
            <a:r>
              <a:rPr lang="en-US" sz="1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· 混合 (推薦預設)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 覆寫式更新 = 永遠最新,不留歷史。STATUS.md 是「快照」不是「日誌」,丟失可重建。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狀態流轉時序 · 5 Phase 的更新節奏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83080"/>
            <a:ext cx="22128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221284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671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只更新規格文件版本號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7764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0690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(不產生狀態檔)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2578608" y="3657600"/>
            <a:ext cx="91440" cy="164592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1783080"/>
            <a:ext cx="22128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70048" y="1783080"/>
            <a:ext cx="2212848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1874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70048" y="21671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07208" y="2788920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/docs/status/ 目錄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35808" y="397764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07208" y="40690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Issues + Milestone + Project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882896" y="3657600"/>
            <a:ext cx="91440" cy="164592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74336" y="1783080"/>
            <a:ext cx="22128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74336" y="1783080"/>
            <a:ext cx="2212848" cy="8686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1874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74336" y="21671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111496" y="2788920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領 Issue → 寫自己的 A-*.md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40096" y="397764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11496" y="40690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🟢 當前任務 → Vibe Check → 自動建 PR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rot="5400000">
            <a:off x="7187184" y="3657600"/>
            <a:ext cx="91440" cy="164592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78624" y="1783080"/>
            <a:ext cx="22128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78624" y="1783080"/>
            <a:ext cx="221284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8624" y="1874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78624" y="21671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15784" y="2788920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merge → Dev Plan [x]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44384" y="397764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15784" y="40690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清個人狀態檔 → 重生成 STATUS.md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5400000">
            <a:off x="9491472" y="3657600"/>
            <a:ext cx="91440" cy="164592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82912" y="1783080"/>
            <a:ext cx="221284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582912" y="1783080"/>
            <a:ext cx="221284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582912" y="1874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P5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582912" y="2167128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720072" y="2788920"/>
            <a:ext cx="1938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里程碑確認 → 回饋同步回 PRD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948672" y="3977640"/>
            <a:ext cx="148132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20072" y="4069080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Release → 進入下一迭代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5989320"/>
            <a:ext cx="91440" cy="5029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/vibe-sdlc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 — 隨時可呼叫,自動判斷當前 Phase、產出里程碑進度與待審 PR / 待驗證 Issue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 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權威與同步策略 · 單向資料流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640080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109728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20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Issues / PR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權威, 唯讀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10800000">
            <a:off x="3657600" y="2697480"/>
            <a:ext cx="182880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679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驅動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26080"/>
            <a:ext cx="109728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63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任務勾選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單向寫入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3657600" y="3840480"/>
            <a:ext cx="182880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822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06908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069080"/>
            <a:ext cx="109728" cy="8686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狀態檔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8680" y="4572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各自獨立, 無衝突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10800000">
            <a:off x="3657600" y="4983480"/>
            <a:ext cx="182880" cy="182880"/>
          </a:xfrm>
          <a:prstGeom prst="rtTriangle">
            <a:avLst/>
          </a:prstGeom>
          <a:solidFill>
            <a:srgbClr val="9EB3C2"/>
          </a:solidFill>
          <a:ln w="12700">
            <a:solidFill>
              <a:srgbClr val="9EB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49651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彙整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6400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5212080"/>
            <a:ext cx="10972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STATUS.md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5715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覆寫式重生成, 非權威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69480" y="178308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9480" y="1783080"/>
            <a:ext cx="91440" cy="10515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0" y="1920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13816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不向 GitHub 同步本地狀態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38160" y="2286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永遠從 GitHub 讀,不回寫 Issue 狀態欄位。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69480" y="292608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69480" y="2926080"/>
            <a:ext cx="91440" cy="10515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063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🧱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81381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狀態檔無衝突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0" y="3429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Agent 只寫自己那一份,無 lock 競爭。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69480" y="406908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69480" y="4069080"/>
            <a:ext cx="91440" cy="10515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4206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✋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13816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由 A-Main 統一寫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138160" y="4572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避免多 Agent 並發寫入 checklist。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69480" y="5212080"/>
            <a:ext cx="4572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69480" y="5212080"/>
            <a:ext cx="91440" cy="10515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534924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♻️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813816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STATUS.md 永遠可重建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138160" y="5715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丟失也不會遺失真相,可從其他三層重建。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164592" cy="6400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CONCURRENCY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Agent 並行衝突避免 · 4 個機制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55321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20756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獨佔狀態檔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691640" y="2496312"/>
            <a:ext cx="128016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檔案層隔離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 Agent 獨佔自己的 A-*.md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A-Backend 只寫 A-Backend.md,A-Frontend 只寫 A-Frontend.md。檔案路徑不重疊,無 lock 競爭。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178308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783080"/>
            <a:ext cx="55321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57400"/>
            <a:ext cx="777240" cy="777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60920" y="207568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Worktree 隔離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360920" y="2496312"/>
            <a:ext cx="12801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分支層隔離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2926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Git Worktree 隔離分支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32918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Agent 在獨立 worktree 工作,呼應 dev/main-agent 常駐分支設計,working tree 不互相干擾。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251960"/>
            <a:ext cx="553212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1640" y="4544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A-Main 統一寫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691640" y="4965192"/>
            <a:ext cx="1280160" cy="2743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164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權限集中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394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Dev Plan 勾選集中由 A-Main 在 P4 寫入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57607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Sub Agent 不直接改 Dev Plan,A-Main 在 PR merge 後統一更新,避免多人同時 commit 同個檔案產生 merge conflict。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251960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72200" y="4251960"/>
            <a:ext cx="55321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60920" y="45445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自動驅動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7360920" y="4965192"/>
            <a:ext cx="1280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60920" y="4965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46520" y="539496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Issue 關閉由 Closes #N 自動驅動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46520" y="57607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description 寫 Closes #12,GitHub 自動關閉對應 Issue。無手動誤改、無遺漏。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02920" y="6355080"/>
            <a:ext cx="1124712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個機制疊加 = 多 Agent 並行也不會互相踩腳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Vibe-SDLC  ·  狀態追蹤機制 (補充議題)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247120" y="6583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EB3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Vibe-SDLC 狀態追蹤機制</dc:title>
  <dc:subject>PptxGenJS Presentation</dc:subject>
  <dc:creator>Robin</dc:creator>
  <cp:lastModifiedBy>Robin</cp:lastModifiedBy>
  <cp:revision>1</cp:revision>
  <dcterms:created xsi:type="dcterms:W3CDTF">2026-04-09T19:48:32Z</dcterms:created>
  <dcterms:modified xsi:type="dcterms:W3CDTF">2026-04-09T19:48:32Z</dcterms:modified>
</cp:coreProperties>
</file>