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2064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AI-Driven SDLC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120640" y="2606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 Claude Code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120640" y="3657600"/>
            <a:ext cx="54864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從「能寫程式」升級為「能跑完整個軟體開發流程」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人類決策  ·  AI 執行  ·  GitHub 管控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Vibe-Coding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SDLC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4864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572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Software Development Lifecycle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Skills  ·  5 Phases  ·  Multi-Agent Ready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Robin  ·  2026.04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IT?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Vibe-SDLC？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是一套封裝為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Code Slash Commands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的完整軟體開發流程。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從需求分析、規格撰寫、任務拆解、開發測試到部署交付的每個環節皆已標準化，讓 AI 助手能依照明確的 SOP 自主執行，同時確保人類始終掌握決策權。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6400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4846320"/>
            <a:ext cx="91440" cy="12801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983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BELIEF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5257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人類決策、AI 執行、GitHub 管控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" y="5715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跑流程,人定方向,Git 留軌跡。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1783080"/>
            <a:ext cx="21488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1783080"/>
            <a:ext cx="21488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011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731520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3383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Slash Commands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46920" y="1783080"/>
            <a:ext cx="21488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46920" y="1783080"/>
            <a:ext cx="21488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2011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964692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46920" y="3383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SDLC 階段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4069080"/>
            <a:ext cx="21488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0" y="4069080"/>
            <a:ext cx="214884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4297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6400" dirty="0"/>
          </a:p>
        </p:txBody>
      </p:sp>
      <p:sp>
        <p:nvSpPr>
          <p:cNvPr id="28" name="Text 26"/>
          <p:cNvSpPr/>
          <p:nvPr/>
        </p:nvSpPr>
        <p:spPr>
          <a:xfrm>
            <a:off x="7315200" y="5349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0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規格文件範本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46920" y="4069080"/>
            <a:ext cx="21488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46920" y="4069080"/>
            <a:ext cx="2148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42976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∞</a:t>
            </a:r>
            <a:endParaRPr lang="en-US" sz="6400" dirty="0"/>
          </a:p>
        </p:txBody>
      </p:sp>
      <p:sp>
        <p:nvSpPr>
          <p:cNvPr id="33" name="Text 31"/>
          <p:cNvSpPr/>
          <p:nvPr/>
        </p:nvSpPr>
        <p:spPr>
          <a:xfrm>
            <a:off x="9646920" y="5349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46920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 Sub-Agent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PRINCIPLES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五大核心原則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" y="1783080"/>
            <a:ext cx="3703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2940" y="205740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734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規格即真相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40" y="29718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所有開發工作以 /docs 中的規格文件為唯一真相來源 (Single Source of Truth)。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29100" y="1783080"/>
            <a:ext cx="3703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3420" y="205740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342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1782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階段不跳過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03420" y="29718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Phase 都有明確的前置條件與完成條件,未達成不得進入下一階段。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9580" y="1783080"/>
            <a:ext cx="3703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3900" y="205740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390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5830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版本化管理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43900" y="29718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對規格文件的任何修改都必須同步更新版本號、日期與修訂說明表格。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8620" y="4251960"/>
            <a:ext cx="3703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940" y="452628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" y="4526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77340" y="4663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即時同步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2940" y="54406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開發中的臨時需求、Bug 修正或規格變更,應即時回溯更新規格文件。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29100" y="4251960"/>
            <a:ext cx="3703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03420" y="452628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03420" y="4526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17820" y="4663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議題收集處置流程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03420" y="54406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開發者直接回報 Bug/需求時,AI 先詢問處理方式,再依選擇執行。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WORKFLOW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 Phase 工作流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" y="1828800"/>
            <a:ext cx="2057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" y="1828800"/>
            <a:ext cx="20574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8076" y="2240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規格定義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0956" y="2971800"/>
            <a:ext cx="1691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/vibe-sdlc-spec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0956" y="36576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PRD / SRD / SDD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Spec / Dev 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99616" y="544068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2683764" y="3794760"/>
            <a:ext cx="128016" cy="182880"/>
          </a:xfrm>
          <a:prstGeom prst="rtTriangl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0068" y="1828800"/>
            <a:ext cx="2057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0068" y="1828800"/>
            <a:ext cx="20574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0068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0068" y="2240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任務掛載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012948" y="2971800"/>
            <a:ext cx="1691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2948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/vibe-sdlc-issues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2948" y="36576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Issues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Labels / Milestones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21608" y="5440680"/>
            <a:ext cx="274320" cy="274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4905756" y="3794760"/>
            <a:ext cx="128016" cy="182880"/>
          </a:xfrm>
          <a:prstGeom prst="rtTriangl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52060" y="1828800"/>
            <a:ext cx="2057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52060" y="1828800"/>
            <a:ext cx="2057400" cy="914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2060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52060" y="2240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開發循環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234940" y="2971800"/>
            <a:ext cx="1691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4940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/vibe-sdlc-dev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4940" y="36576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Implement →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 Check → PR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5440680"/>
            <a:ext cx="274320" cy="27432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5400000">
            <a:off x="7127748" y="3794760"/>
            <a:ext cx="128016" cy="182880"/>
          </a:xfrm>
          <a:prstGeom prst="rtTriangl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74052" y="1828800"/>
            <a:ext cx="2057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74052" y="1828800"/>
            <a:ext cx="20574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74052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74052" y="2240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監控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456932" y="2971800"/>
            <a:ext cx="1691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6932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/vibe-sdlc-pr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56932" y="36576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Watch → Fix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Merge → Update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65592" y="544068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5400000">
            <a:off x="9349740" y="3794760"/>
            <a:ext cx="128016" cy="182880"/>
          </a:xfrm>
          <a:prstGeom prst="rtTriangl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96044" y="1828800"/>
            <a:ext cx="2057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496044" y="1828800"/>
            <a:ext cx="20574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96044" y="19202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496044" y="22402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迭代發佈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9678924" y="2971800"/>
            <a:ext cx="16916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78924" y="2971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/vibe-sdlc-release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78924" y="36576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Feedback → Release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Next Iteration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0387584" y="5440680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Phase 都有明確的前置與完成條件,未達成不得跳過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 CATALOG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個 Skills 一覽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109728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745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進度儀表板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自動偵測專案狀態,產出進度儀表板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691640"/>
            <a:ext cx="109728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745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· 規格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2402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/vibe-sdlc-spec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56032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 PRD/SRD/SDD/API Spec/Dev Plan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200400"/>
            <a:ext cx="109728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383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· Issue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37490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/vibe-sdlc-issues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Plan 轉 GitHub Issues + Project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20040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3200400"/>
            <a:ext cx="109728" cy="13716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383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· Dev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92240" y="37490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/vibe-sdlc-dev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069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領取 Issue → 實作 → 測試 → 自動 PR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7091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709160"/>
            <a:ext cx="10972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92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 · PR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22960" y="5257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/vibe-sdlc-pr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557784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 CI → 修正失敗 → Merge 後更新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47091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4709160"/>
            <a:ext cx="109728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892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5 · 迭代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492240" y="5257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/vibe-sdlc-release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557784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回饋收集 → Release → 下一輪迭代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621792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" y="6217920"/>
            <a:ext cx="109728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64008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狀態查詢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22960" y="67665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/vibe-sdlc-status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2960" y="70866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 Agent 狀態 → STATUS.md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規格定義 · 撰寫 PRD / SRD / SDD / Dev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7315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731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/vibe-sdlc-spec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從一句話需求到完整規格文件 — 由 AI 引導訪談、分章節撰寫,並進行交叉審查。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3172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INPUTS · 前置條件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一句話需求 / 商業目標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技術選型偏好(可選)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領域限制與既有系統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目標使用者輪廓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3317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2331720"/>
            <a:ext cx="36576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STEPS · 主要動作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297180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PRD · 產品需求釐清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356616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SRD / SDD · 系統設計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416052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Spec + UI/UX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475488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Plan · 任務拆解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534924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交叉比對審查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2331720"/>
            <a:ext cx="3291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2331720"/>
            <a:ext cx="32918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OUTPUTS · 完成條件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9640" y="2926080"/>
            <a:ext cx="2880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/docs/01-1-PRD.md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/docs/01-2-SRD.md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/docs/01-3-SDD.md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/docs/01-5-API_Spec.yaml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/docs/02-Dev_Plan.md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/docs/03-Docs_Review_Report.md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400800"/>
            <a:ext cx="1106424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規格文件版本化管理 — 任何修改皆同步更新版本號、日期與修訂說明,保留完整修訂軌跡。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任務掛載 · Dev Plan 轉 GitHub Issues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7315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731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/vibe-sdlc-issues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解析 Dev Plan,自動建立 Labels / Milestones / Issues,並上架 Project 看板。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3172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INPUTS · 前置條件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已通過交叉審查的 Dev Plan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Repository (gh CLI)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看板 (可選)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Milestone 範圍指定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3317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2331720"/>
            <a:ext cx="36576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STEPS · 主要動作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297180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Labels (type/area)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356616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Milestones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416052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拆解開發 Issues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475488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建立驗證 Issues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534924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上架 Project 看板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2331720"/>
            <a:ext cx="3291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2331720"/>
            <a:ext cx="32918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OUTPUTS · 完成條件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9640" y="2926080"/>
            <a:ext cx="2880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Labels &amp; Milestones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 Issues (含驗收條件)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Issues (對應里程碑)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看板 (Backlog → Done)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400800"/>
            <a:ext cx="1106424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可分批建立 — 先只開 M1 Issues,等該里程碑完成再開 M2,避免看板過載。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開發循環 · 領 Issue → 實作 → 自動 PR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7315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731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/vibe-sdlc-dev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的核心循環 — AI 領取 Issue,完成實作與測試後立即自動推送並建立 PR。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3172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INPUTS · 前置條件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看板上的 Issue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規格文件 (Spec/API/UI)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Worktree (Multi Agent)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 branch / 角色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3317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2331720"/>
            <a:ext cx="3657600" cy="4114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STEPS · 主要動作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2971800"/>
            <a:ext cx="365760" cy="3657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領取 Issue + 建立分支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3566160"/>
            <a:ext cx="365760" cy="3657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依規格實作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4160520"/>
            <a:ext cx="365760" cy="3657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撰寫 / 執行測試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4754880"/>
            <a:ext cx="365760" cy="3657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 Check 自我驗證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5349240"/>
            <a:ext cx="365760" cy="3657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 push + 建 PR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2331720"/>
            <a:ext cx="3291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2331720"/>
            <a:ext cx="32918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OUTPUTS · 完成條件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9640" y="2926080"/>
            <a:ext cx="2880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feat/&lt;agent&gt;/&lt;issue-N&gt; 分支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 Vibe Check 的程式碼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自動建立的 GitHub PR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Comment · 任務領取 / 完成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400800"/>
            <a:ext cx="1106424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嚴禁直接 push main — 有 Issue 用 feat 分支,小修用 dev/main-agent 分支。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監控與合併後作業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7315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731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/vibe-sdlc-pr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已建,接著進入 CI 看守 — 失敗即修、Merge 即更新進度,並提醒手動驗證。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3172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INPUTS · 前置條件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已建立的 GitHub PR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失敗報告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 Review 意見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Plan 任務狀態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3317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2331720"/>
            <a:ext cx="36576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STEPS · 主要動作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297180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 CI 執行狀態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356616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歸因分析失敗原因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41605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 + 追加 Commit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475488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Merge 後更新 Dev Plan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534924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發送驗證提醒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2331720"/>
            <a:ext cx="3291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2331720"/>
            <a:ext cx="32918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OUTPUTS · 完成條件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9640" y="2926080"/>
            <a:ext cx="2880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綠燈 CI · 可合併 PR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更新後的 Dev Plan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Comment · 完成回報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待驗證 Issue 清單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400800"/>
            <a:ext cx="1106424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追加 Commit 安全檢查 — 推送前確認 PR 仍為 OPEN,避免推上已合併的分支。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回饋收集 · Release 發佈與下一輪迭代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7315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731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/vibe-sdlc-release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里程碑收尾 — 收集回饋、發佈 Release,回溯更新規格,啟動下一輪迭代。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3172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INPUTS · 前置條件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已完成的 Milestone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驗收測試結果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使用者回饋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Bug / 新需求清單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233172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2331720"/>
            <a:ext cx="36576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STEPS · 主要動作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297180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確認里程碑完成度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356616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產出完成報告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416052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收集回饋分類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26280" y="475488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 發佈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5349240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啟動下一輪迭代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21040" y="2331720"/>
            <a:ext cx="3291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2331720"/>
            <a:ext cx="32918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OUTPUTS · 完成條件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9640" y="2926080"/>
            <a:ext cx="2880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Release Notes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更新後的 PRD / Dev Plan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下一輪 Milestone Backlog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完成報告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400800"/>
            <a:ext cx="1106424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回饋若涉及規格變更,需即時更新對應文件並升版,而非等整理結束才統一處理。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&amp; STATUS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進度儀表板與 Agent 狀態追蹤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577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577840" cy="5486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進度儀表板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自動偵測專案狀態,建議下一步該進入哪個 Phase。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47472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里程碑進度條 + 完成百分比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待審 PR 清單與 CI 狀態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 / 待驗證 Issue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最近合併的 PR 與作者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目前所處 Phase 與下一步建議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783080"/>
            <a:ext cx="5577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783080"/>
            <a:ext cx="55778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/vibe-sdlc-status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狀態查詢與彙整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8368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讀取各 Agent 狀態檔,彙整為全局 STATUS.md。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347472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/docs/status/A-*.md (各 Agent 狀態檔)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全局 STATUS.md (A-Main 彙整)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三種版控模式可選 (全版控 / 全忽略 / 混合)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異常狀態主動提醒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 session 任務追蹤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核心角色 · 人類與 AI 的協作架構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5532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10972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47672"/>
            <a:ext cx="64008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47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H-Director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最高決策、規格審查、Milestone 驗收、PR 合併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5532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783080"/>
            <a:ext cx="10972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947672"/>
            <a:ext cx="64008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947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780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H-Reviewer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8972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審查員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2860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特定領域審查 (UX / 安全),可由 Director 兼任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017520"/>
            <a:ext cx="5532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017520"/>
            <a:ext cx="109728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182112"/>
            <a:ext cx="6400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182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0876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A-Main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3154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主代理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52044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統籌任務、協調 Sub Agents、整合驗證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3017520"/>
            <a:ext cx="5532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3017520"/>
            <a:ext cx="109728" cy="10972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3182112"/>
            <a:ext cx="6400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3182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7804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A-Backend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89720" y="3154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後端子代理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46520" y="352044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專注 /backend/** : API、DB、ORM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251960"/>
            <a:ext cx="5532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" y="4251960"/>
            <a:ext cx="109728" cy="10972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4416552"/>
            <a:ext cx="6400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416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0876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A-Frontend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520440" y="4389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前端子代理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" y="47548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專注 /frontend/** : UI、State、API Client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4251960"/>
            <a:ext cx="5532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72200" y="4251960"/>
            <a:ext cx="10972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6520" y="4416552"/>
            <a:ext cx="6400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4416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7804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A-QA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189720" y="4389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測試子代理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46520" y="47548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專注 /tests/** : E2E 測試、覆蓋率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5486400"/>
            <a:ext cx="5532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02920" y="5486400"/>
            <a:ext cx="10972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7240" y="5650992"/>
            <a:ext cx="64008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508760" y="5623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A-DevOps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520440" y="5623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部署子代理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77240" y="59893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專注 CI/CD、Docker、監控配置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72200" y="5486400"/>
            <a:ext cx="5532120" cy="10972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5486400"/>
            <a:ext cx="109728" cy="10972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5669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Worktree 隔離  ·  分支策略  ·  雙層 PR 審查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446520" y="6035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 Agent PR → CI → A-Main 初審 → H-Director 終審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QUICK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三分鐘上手 · 從安裝到第一個 PR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3749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214884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77240" y="3794760"/>
            <a:ext cx="320040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8404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vibe-sdlc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./install.sh global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全域安裝至 ~/.claude/skills/,所有專案皆可使用。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1783080"/>
            <a:ext cx="3749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24728" y="214884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4728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407408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681728" y="3794760"/>
            <a:ext cx="320040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38404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81728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在你的專案目錄開啟 Claude Code 後輸入,自動產出儀表板。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11896" y="1783080"/>
            <a:ext cx="3749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29216" y="2148840"/>
            <a:ext cx="914400" cy="9144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921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8311896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586216" y="3794760"/>
            <a:ext cx="3200400" cy="12801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77656" y="38404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/vibe-sdlc-spec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/vibe-sdlc-issues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/vibe-sdlc-dev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86216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依序執行三個 Skill,就能完成第一個自動建立的 PR。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6172200"/>
            <a:ext cx="1124712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從一句話想法到第一個 PR, 只需 3 句 prompt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AI-Driven SDLC for Claude Code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615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LET'S BUILD WITH VIBE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Ready to Vibe?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跑流程, 讓你專心做決策。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651760" y="4297680"/>
            <a:ext cx="365760" cy="3657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標準化 SOP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5120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 Phase  ·  7 個 Skills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4297680"/>
            <a:ext cx="365760" cy="3657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規格即真相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5120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/docs is the source of truth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35440" y="4297680"/>
            <a:ext cx="365760" cy="36576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Multi-Agent Ready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5120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Worktree  ·  雙層 PR 審查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github.com/anthropics/vibe-sdlc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Vibe-SDLC 專案介紹</dc:title>
  <dc:subject>PptxGenJS Presentation</dc:subject>
  <dc:creator>Robin</dc:creator>
  <cp:lastModifiedBy>Robin</cp:lastModifiedBy>
  <cp:revision>1</cp:revision>
  <dcterms:created xsi:type="dcterms:W3CDTF">2026-04-09T19:23:04Z</dcterms:created>
  <dcterms:modified xsi:type="dcterms:W3CDTF">2026-04-09T19:23:04Z</dcterms:modified>
</cp:coreProperties>
</file>